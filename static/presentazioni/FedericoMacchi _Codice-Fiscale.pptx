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Amatic SC"/>
      <p:regular r:id="rId18"/>
      <p:bold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7" Type="http://schemas.openxmlformats.org/officeDocument/2006/relationships/font" Target="fonts/SourceCodePr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AmaticSC-bold.fntdata"/><Relationship Id="rId18" Type="http://schemas.openxmlformats.org/officeDocument/2006/relationships/font" Target="fonts/AmaticSC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19e52f53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d19e52f53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19e52f53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d19e52f53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d19e52f53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d19e52f53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d19e52f53b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d19e52f53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19e52f53b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19e52f53b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19e52f53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19e52f53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d19e52f53b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d19e52f53b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d19e52f53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d19e52f53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d19e52f53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d19e52f53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d19e52f53b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d19e52f53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19e52f53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19e52f53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Federico Macchi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CODICE FISCALE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Libreria e dichiarazioni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42603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Ho inserito le 4 librerie principali e definito le lunghezze che avrei usato poi dopo.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Infine creo la stringa CF: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ovvero quella che terrà il codice fiscale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5600" y="292850"/>
            <a:ext cx="4388400" cy="4282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mese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calcolare il mese tramite la lettera ho usato questa funzione utilizzata per il codice inverso</a:t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2913" y="292850"/>
            <a:ext cx="4200525" cy="44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per cognome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calcolare le prime 3 lettere del CF ho rappresentato i 3 casi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“aeiou” sono le vocali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8600" y="292850"/>
            <a:ext cx="4267200" cy="41502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4678600" y="4443150"/>
            <a:ext cx="42672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latin typeface="Montserrat"/>
                <a:ea typeface="Montserrat"/>
                <a:cs typeface="Montserrat"/>
                <a:sym typeface="Montserrat"/>
              </a:rPr>
              <a:t>Il comando strchar in C è una funzione che restituisce il primo carattere di una stringa. Viene utilizzato per recuperare un carattere specifico all'interno di una stringa</a:t>
            </a:r>
            <a:endParaRPr sz="1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Nome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calcolare il nome tramite i vari casi </a:t>
            </a:r>
            <a:r>
              <a:rPr lang="it"/>
              <a:t>perché</a:t>
            </a:r>
            <a:r>
              <a:rPr lang="it"/>
              <a:t> a seconda delle vocali e consonanti cambiano le lettere da cambiare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0225" y="0"/>
            <a:ext cx="273297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per 6/7/8/9/10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la sesta posizione fino alla decima bisogna analizzare l’anno,giorno,mese e sesso.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775" y="0"/>
            <a:ext cx="339737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comune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A seconda del comune si ha un differente codice della città grazie un file con dentro tutti i comuni e il rispettivo codice si riesce ad estrarre quel che ci serve</a:t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0200" y="1038925"/>
            <a:ext cx="4267201" cy="3065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funzione controllo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Per avere l’ultima lettera del CF bisogno analizzare singolarmente tutti i valori estratti fino adesso e grazie alle varie conversione con le varie stringhe create da me si riesce a trovare la lettera di “CONTROLLO”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075" y="1093850"/>
            <a:ext cx="4267199" cy="30525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main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Dopo aver finto le varie funzioni creo un interfaccia grafica che chiede l’opzione che si desidera con la prima si svolgono tutte le funzione in ordine per calcolare il CF.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52400"/>
            <a:ext cx="338835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codice inverso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seconda opzione permette di fare il calcolo del codice opposto ovvero estrarre le varie informazioni tramite codice.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ps: per comodità non ho creato altre funzioni ma fatto tutto nel main.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52400"/>
            <a:ext cx="410162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92850"/>
            <a:ext cx="42603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codice inverso pt 2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28675"/>
            <a:ext cx="4260300" cy="34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seconda parte del codice inverso fa l’opposto della funzione comune estraendo la città dal codice, infine viene stampato tutto.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In caso si volesse chiudere il programma basta cliccare “0”.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52400"/>
            <a:ext cx="393144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9900"/>
              <a:t>Grazie dell’attenzione</a:t>
            </a:r>
            <a:endParaRPr sz="9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